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48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Team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0" cy="411480"/>
          </a:xfrm>
          <a:prstGeom prst="rect">
            <a:avLst/>
          </a:prstGeom>
          <a:solidFill>
            <a:srgbClr val="F4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2514E"/>
                </a:solidFill>
                <a:latin typeface="Arial"/>
              </a:rPr>
              <a:t>TEAM 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72768"/>
            <a:ext cx="2286000" cy="205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 smtClean="0"/>
              <a:t>RishiXenture</a:t>
            </a:r>
            <a:endParaRPr sz="1200" b="0">
              <a:solidFill>
                <a:srgbClr val="8A8781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3566160" cy="4206240"/>
          </a:xfrm>
          <a:prstGeom prst="rect">
            <a:avLst/>
          </a:prstGeom>
          <a:solidFill>
            <a:srgbClr val="F4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286000"/>
            <a:ext cx="1737360" cy="173736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A8781"/>
                </a:solidFill>
                <a:latin typeface="Arial"/>
              </a:rPr>
              <a:t>Add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2926080" cy="301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IN" sz="1800" b="1" dirty="0" err="1" smtClean="0">
                <a:solidFill>
                  <a:srgbClr val="131214"/>
                </a:solidFill>
                <a:latin typeface="Arial"/>
              </a:rPr>
              <a:t>M.Rishi</a:t>
            </a:r>
            <a:r>
              <a:rPr lang="en-IN" sz="1800" b="1" dirty="0" smtClean="0">
                <a:solidFill>
                  <a:srgbClr val="131214"/>
                </a:solidFill>
                <a:latin typeface="Arial"/>
              </a:rPr>
              <a:t> </a:t>
            </a:r>
            <a:r>
              <a:rPr lang="en-IN" sz="1800" b="1" dirty="0" err="1" smtClean="0">
                <a:solidFill>
                  <a:srgbClr val="131214"/>
                </a:solidFill>
                <a:latin typeface="Arial"/>
              </a:rPr>
              <a:t>Kiran</a:t>
            </a:r>
            <a:r>
              <a:rPr lang="en-IN" sz="1800" b="1" dirty="0" smtClean="0">
                <a:solidFill>
                  <a:srgbClr val="131214"/>
                </a:solidFill>
                <a:latin typeface="Arial"/>
              </a:rPr>
              <a:t> </a:t>
            </a:r>
            <a:r>
              <a:rPr lang="en-IN" sz="1800" b="1" dirty="0" err="1" smtClean="0">
                <a:solidFill>
                  <a:srgbClr val="131214"/>
                </a:solidFill>
                <a:latin typeface="Arial"/>
              </a:rPr>
              <a:t>Rathod</a:t>
            </a:r>
            <a:endParaRPr sz="1800" b="1">
              <a:solidFill>
                <a:srgbClr val="131214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2926080" cy="240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Arial"/>
              </a:rPr>
              <a:t>College: </a:t>
            </a:r>
            <a:r>
              <a:rPr lang="en-IN" sz="1300" dirty="0" smtClean="0">
                <a:solidFill>
                  <a:srgbClr val="52514E"/>
                </a:solidFill>
                <a:latin typeface="Arial"/>
              </a:rPr>
              <a:t>IIT MANDI</a:t>
            </a:r>
            <a:endParaRPr sz="1300" b="0">
              <a:solidFill>
                <a:srgbClr val="52514E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2926080" cy="4801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Arial"/>
              </a:rPr>
              <a:t>Stream: </a:t>
            </a:r>
            <a:r>
              <a:rPr lang="en-IN" sz="1300" dirty="0" smtClean="0">
                <a:solidFill>
                  <a:srgbClr val="52514E"/>
                </a:solidFill>
                <a:latin typeface="Arial"/>
              </a:rPr>
              <a:t>Computer Science and Engineering</a:t>
            </a:r>
            <a:endParaRPr sz="1300" b="0">
              <a:solidFill>
                <a:srgbClr val="52514E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875091"/>
            <a:ext cx="2926080" cy="240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Arial"/>
              </a:rPr>
              <a:t>Year of graduation</a:t>
            </a:r>
            <a:r>
              <a:rPr sz="1300" b="0" smtClean="0">
                <a:solidFill>
                  <a:srgbClr val="52514E"/>
                </a:solidFill>
                <a:latin typeface="Arial"/>
              </a:rPr>
              <a:t>:</a:t>
            </a:r>
            <a:r>
              <a:rPr lang="en-IN" sz="1300" b="0" dirty="0" smtClean="0">
                <a:solidFill>
                  <a:srgbClr val="52514E"/>
                </a:solidFill>
                <a:latin typeface="Arial"/>
              </a:rPr>
              <a:t> 2027</a:t>
            </a:r>
            <a:endParaRPr sz="1300" b="0">
              <a:solidFill>
                <a:srgbClr val="52514E"/>
              </a:solidFill>
              <a:latin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8680" y="2326848"/>
            <a:ext cx="1737360" cy="206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Describe the problem statement (200 words)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Every business runs on dashboards, and every dashboard eventually shows the same kind of moment: a number moves. Revenue drops 8% in a region, conversion dips a point, churn ticks up. The dashboard shows that it happened and stays silent on why. Answering that today means an analyst manually cross-referencing time series, drilling into regional and channel breakdowns, searching support tickets and CRM notes for context, then writing up a summary for leadership — a process that routinely takes hours to days, even when the cause is already sitting in the data.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/>
          </a:p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That delay is expensive twice over: decisions wait on it, and by the time the explanation arrives, the business context that produced the anomaly has often moved on. It also means root-cause analysis only happens for metrics that get someone's attention — smaller but still meaningful shifts go uninvestigated simply because no analyst had the hours.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/>
          </a:p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Accenture's BusinessIntelligence.ai challenge asks for an AI system that explains in natural language what changed in a business metric, identifies likely root causes from both structured and unstructured data, and recommends next steps — separating real signal from noise, and staying honest when the answer is genuinely ambiguous.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Proposed solution (200 words)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Clarity is an AI KPI storytelling engine that compresses that entire investigation into one click. It continuously runs statistical anomaly detection — a rolling z-score plus a medium-term trend comparison — across monitored KPIs to separate real signal from ordinary noise, then attributes any meaningful change to the dimensional segment most responsible: region, channel, cohort, or traffic source, ranked by its share of the total movement.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/>
          </a:p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It then pulls corroborating qualitative evidence — CRM notes, support tickets, incident logs, product analytics — that a human would otherwise search for by hand, and scores its own confidence with a transparent formula: signal strength, data completeness, how clearly one segment dominates, and how much evidence corroborates it.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/>
          </a:p>
          <a:p>
            <a:pPr algn="l">
              <a:lnSpc>
                <a:spcPct val="120000"/>
              </a:lnSpc>
            </a:pPr>
            <a:r>
              <a:rPr sz="1450" b="0">
                <a:solidFill>
                  <a:srgbClr val="131214"/>
                </a:solidFill>
                <a:latin typeface="Arial"/>
              </a:rPr>
              <a:t>Only then does an LLM step in, strictly to phrase the already-computed facts into a plain-English narrative and recommendation — never to invent a number. No LLM configured? Clarity falls back to a deterministic template automatically. And when no single cause dominates, it says so and lowers its confidence instead of guessing.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46304" cy="1463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100FF"/>
                </a:solidFill>
                <a:latin typeface="Arial"/>
              </a:rP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99032"/>
            <a:ext cx="81683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214"/>
                </a:solidFill>
                <a:latin typeface="Arial"/>
              </a:rPr>
              <a:t>First-pass root-cause investigation drops from hours/days to seconds, for every metric — not just the ones an analyst has time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46304" cy="1463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100FF"/>
                </a:solidFill>
                <a:latin typeface="Arial"/>
              </a:rP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42032"/>
            <a:ext cx="81683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214"/>
                </a:solidFill>
                <a:latin typeface="Arial"/>
              </a:rPr>
              <a:t>Every confidence score ships with its reasoning, and every analysis is written to an audit log — explainable, not a black box.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146304" cy="1463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100FF"/>
                </a:solidFill>
                <a:latin typeface="Arial"/>
              </a:rPr>
              <a:t>Honesty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685032"/>
            <a:ext cx="81683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214"/>
                </a:solidFill>
                <a:latin typeface="Arial"/>
              </a:rPr>
              <a:t>Ambiguous cases are flagged and confidence is lowered instead of guessing — avoids false confidence in high-stakes decisions.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146304" cy="1463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100FF"/>
                </a:solidFill>
                <a:latin typeface="Arial"/>
              </a:rPr>
              <a:t>Enterprise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828032"/>
            <a:ext cx="81683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31214"/>
                </a:solidFill>
                <a:latin typeface="Arial"/>
              </a:rPr>
              <a:t>The exact AI-augmented analyst workflow Accenture's own consulting practice depends on, turned into a reusable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0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5486400"/>
          </a:xfrm>
          <a:prstGeom prst="rect">
            <a:avLst/>
          </a:prstGeom>
          <a:solidFill>
            <a:srgbClr val="2C0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D8B4FE"/>
                </a:solidFill>
                <a:latin typeface="Arial"/>
              </a:rPr>
              <a:t>Clarity — AI KPI Storytelling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455" y="63550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A8AB0"/>
                </a:solidFill>
                <a:latin typeface="Arial"/>
              </a:rPr>
              <a:t>Copyright © 2026 Accenture. All rights reserved.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5989320"/>
            <a:ext cx="457200" cy="457200"/>
          </a:xfrm>
          <a:prstGeom prst="chevron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560</Words>
  <Application>Microsoft Macintosh PowerPoint</Application>
  <PresentationFormat>Custom</PresentationFormat>
  <Paragraphs>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Megavath Nayan Rathod</cp:lastModifiedBy>
  <cp:revision>8</cp:revision>
  <dcterms:created xsi:type="dcterms:W3CDTF">2013-01-27T09:14:16Z</dcterms:created>
  <dcterms:modified xsi:type="dcterms:W3CDTF">2026-08-16T18:18:24Z</dcterms:modified>
  <cp:category/>
</cp:coreProperties>
</file>